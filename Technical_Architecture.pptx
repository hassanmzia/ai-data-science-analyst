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0"/>
            <a:ext cx="12191695" cy="1828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Data Science &amp; Analyst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</a:defRPr>
            </a:pPr>
            <a:r>
              <a:t>Technical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Multi-Agent AI System  |  MCP/A2A Protocols  |  GPU-Accelerated ML/DL  |  Full-Stack Containerized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Django 5.1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React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PyTorch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TensorFlow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LangChain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ChromaDB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4114800"/>
            <a:ext cx="91440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96D6"/>
                </a:solidFill>
              </a:defRPr>
            </a:pPr>
            <a:r>
              <a:t>CUDA 12.8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Rocky Linux 9  |  NVIDIA RTX 5090 (Blackwell sm_120)  |  32 GB VRAM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48640"/>
          </a:xfrm>
          <a:prstGeom prst="round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 Docker Containers on ds-analyst-network (bridge)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11887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React 18 +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3050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2103120" cy="11887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Django 5.1 + Daphne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8050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103120" cy="118872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MCP/A2A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Node.js +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4050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011680"/>
            <a:ext cx="2103120" cy="11887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Celery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4 Workers +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Background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011680"/>
            <a:ext cx="2103120" cy="118872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Celery Beat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Scheduled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Background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474720"/>
            <a:ext cx="2103120" cy="118872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Flower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Task Monitor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5550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474720"/>
            <a:ext cx="2103120" cy="11887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PostgreSQL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931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Primary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251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5450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474720"/>
            <a:ext cx="2103120" cy="1188720"/>
          </a:xfrm>
          <a:prstGeom prst="roundRect">
            <a:avLst/>
          </a:prstGeom>
          <a:solidFill>
            <a:srgbClr val="DC3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Redis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31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Cache + Broker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251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6350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3474720"/>
            <a:ext cx="2103120" cy="11887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ChromaDB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3931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Vector Store / 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251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6340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3474720"/>
            <a:ext cx="2103120" cy="11887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3611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pgAdmin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931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</a:defRPr>
            </a:pPr>
            <a:r>
              <a:t>DB Admin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251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Port 5460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74 Python packages  |  20 Node.js packages  |  6 Docker volumes  |  OpenAPI/Swagger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6400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User /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HTTP/WebSocket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698480" cy="640080"/>
          </a:xfrm>
          <a:prstGeom prst="roundRect">
            <a:avLst/>
          </a:prstGeom>
          <a:solidFill>
            <a:srgbClr val="006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Nginx Reverse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Static assets, SPA routing, /api/ and /ws/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698480" cy="64008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10 pages, Zustand state, React Query, Plotly.js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698480" cy="6400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Django REST API + Daphne ASGI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ViewSets, Serializers, WebSocket Consumers, Authentication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64008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MCP/A2A Protocol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Agent Manager, Tool Registry, MCP Router, A2A 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698480" cy="6400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Celery Async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ML/DL Training (GPU), EDA, Visualization, SQL Queries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035040"/>
            <a:ext cx="10698480" cy="64008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80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3550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</a:defRPr>
            </a:pPr>
            <a:r>
              <a:t>PostgreSQL (relational) | Redis (cache/broker) | ChromaDB (vectors) | File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37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560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383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029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852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Backend Architecture - Django 5.1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25603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Dataset &amp; Document Management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File uploads (CSV, Excel, JSON, Parquet)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Kaggle/URL/Database import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Document processing (PDF, DOCX, PPTX)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RAG indexing with ChromaDB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Export to multiple formats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Analysis &amp; ML/DL Engine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EDA with LangChain Pandas Agent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- 11+ visualization types (Plotly)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- 19 ML model types (sklearn, XGBoost)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- 10 DL architectures (PyTorch, TF)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Hypothesis testing (scipy)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SQL query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657600" cy="256032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Multi-Agent Orchestration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AgentOrchestrator with 6 agents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WebSocket real-time chat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Conversation management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LangChain + OpenAI GPT-4o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Agent configuration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3657600" cy="256032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233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89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Project Management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Project organization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Notes &amp; findings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Dataset/document linking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AI-generated summaries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931920"/>
            <a:ext cx="3657600" cy="25603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0233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archive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389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Archive &amp; Templates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Archived projects &amp; analyses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Reusable project templates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Semantic search (embeddings)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- Methodology preservation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Multi-Agent AI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5603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Capabilities: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EDA, statistics, data profiling,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data cleaning, descriptive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Tools: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eda_analysis, get_dataset_info,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create_visualization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566160" cy="256032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Scientist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Capabilities: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ML modeling, hypothesis testing,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feature engineering,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Tools: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88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train_ml_model, hypothesis_test,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eda_analysis, create_visualization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566160" cy="256032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SQL Expert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002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Capabilities: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Natural language to SQL,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database analysis, data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60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Tools: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788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sql_query, get_dataset_info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3566160" cy="256032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14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Visualization Expert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Capabilities: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54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Chart creation, dashboard design,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visual analytics, custom plots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864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Tools: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create_visualization, get_dataset_info,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eda_analysis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023360"/>
            <a:ext cx="3566160" cy="256032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RAG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526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Capabilities: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54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Document search, question answering,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semantic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4864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Tools: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query_documents,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search_documents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023360"/>
            <a:ext cx="3566160" cy="25603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114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ML Engineer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526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Capabilities: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754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Model architecture, hyperparameter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tuning, optimization, 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4864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</a:defRPr>
            </a:pPr>
            <a:r>
              <a:t>Tools: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train_ml_model, train_dl_model,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hypothesis_test, get_dataset_info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MCP &amp; A2A Protocol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Model Context Protocol (MCP)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/mcp/tools/list        - Discover available tools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/mcp/tools/call        - Execute a tool with arguments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/mcp/resources/list    - List available data resources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/mcp/resources/read    - Read resource content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/mcp/prompts/list      - List prompt templates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/mcp/prompts/get       - Get prompt with parameters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8+ Built-in Tools: eda_analysis, create_visualization,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train_ml_model, train_dl_model, hypothesis_test,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sql_query, get_dataset_info, query_documents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743200"/>
          </a:xfrm>
          <a:prstGeom prst="roundRect">
            <a:avLst/>
          </a:prstGeom>
          <a:solidFill>
            <a:srgbClr val="1B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Agent-to-Agent Protocol (A2A)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GET  /a2a/agents                    - List all agents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GET  /a2a/agents/{id}/card          - Agent capability card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/a2a/agents/{id}/tasks         - Create agent task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GET  /a2a/tasks/{id}                - Get task status/result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POST /a2a/tasks/{id}/cancel         - Cancel running task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Agent Cards include: capabilities, skills, endpoint,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supported modes, authentication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Task States: pending -&gt; running -&gt; completed/failed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</a:defRPr>
            </a:pPr>
            <a:r>
              <a:t>How Agents Collaborate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828800" cy="13716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User sends natural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language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572000"/>
            <a:ext cx="1828800" cy="137160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937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Agent Orchestrator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routes to specialist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572000"/>
            <a:ext cx="1828800" cy="13716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937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Agent selects tools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via MCP protocol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4572000"/>
            <a:ext cx="1828800" cy="13716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4937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Tools call Django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API endpoints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572000"/>
            <a:ext cx="1828800" cy="13716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937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Celery processes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tasks (GPU if DL)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4572000"/>
            <a:ext cx="1828800" cy="137160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4937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Results returned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via WebSocket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ML/DL Training Engine - GPU Accelerated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Machine Learning (scikit-learn + XGBoost)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Classification: Logistic Regression, Random Forest, SVM,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   Decision Tree, KNN, Gradient Boosting, XGBoost (GPU)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Regression: Linear Regression, Random Forest, XGBoost (GPU)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Clustering: KMeans, DBSCAN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Pipeline: LangChain Pandas Agent -&gt; Auto code generation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   -&gt; Metric extraction via regex -&gt; Model persistence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GPU: XGBoost only (tree_method='gpu_hist', device='cuda')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Metrics: Accuracy, Precision, Recall, F1, AUC, MSE, MAE, R2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56032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 Learning (PyTorch + TensorFlow)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Architectures: CNN, RNN, LSTM, GRU, Transformer,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   Autoencoder, GAN, MLP, ResNet, Custom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Tasks: Image/Text Classification, Sequence Prediction,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   Anomaly Detection, Generative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Pipeline: LLM code gen -&gt; Direct exec() -&gt; GPU training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   -&gt; Single-namespace execution (class scoping fix)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GPU: Full CUDA 12.8 acceleration on RTX 5090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Config: Epochs, Batch Size, Learning Rate,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137160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</a:defRPr>
            </a:pPr>
            <a:r>
              <a:t>GPU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Hardware: NVIDIA GeForce RTX 5090 (Blackwell, sm_120) - 32 GB VRAM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Driver: 570.86.10 | CUDA: 12.8 | cuDNN: Runtime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PyTorch: Nightly cu128 (only version supporting sm_120 Blackwell architecture)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TensorFlow: 2.18.0 with CUDA 12.8 | XGBoost: 2.1.3 with gpu_hist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Container: nvidia/cuda:12.8.0-cudnn-runtime-rockylinux9 + Python 3.12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Docker GPU: deploy.resources.reservations.devices[nvidia] on backend + celery-worker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</a:defRPr>
            </a:pPr>
            <a:r>
              <a:t>DL Training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52160"/>
            <a:ext cx="1828800" cy="54864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5852160"/>
            <a:ext cx="1828800" cy="5486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 Code 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852160"/>
            <a:ext cx="1828800" cy="54864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exec(code, ns)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5852160"/>
            <a:ext cx="1828800" cy="5486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GPU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5852160"/>
            <a:ext cx="1828800" cy="54864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Metrics Extract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5852160"/>
            <a:ext cx="1828800" cy="5486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Save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RAG (Retrieval-Augmented Generation)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Document Ingestion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103120" cy="128016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PDF, DOCX, TXT,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PPTX, Markdown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2103120" cy="128016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PyPDF, python-docx,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python-pptx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554480"/>
            <a:ext cx="2103120" cy="128016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600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Text splitting into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overlapping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554480"/>
            <a:ext cx="2103120" cy="128016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600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text-embedding-3-large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(OpenAI)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554480"/>
            <a:ext cx="2103120" cy="12801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1600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ChromaDB vector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collections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Query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2103120" cy="128016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Natural language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3566160"/>
            <a:ext cx="2103120" cy="128016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Embed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Same embedding model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for consistency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3566160"/>
            <a:ext cx="2103120" cy="12801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Vector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Cosine similarity in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ChromaDB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566160"/>
            <a:ext cx="2103120" cy="128016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Context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Top-K relevant chunks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with metadata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3566160"/>
            <a:ext cx="2103120" cy="128016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LLM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GPT-4o generates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answer with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</a:defRPr>
            </a:pPr>
            <a:r>
              <a:t>RAG Use 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Research Papers: Upload PDFs, ask questions about methodology and findings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Technical Docs: Query API documentation, find specific configurations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Reports: Analyze financial reports, extract key metrics across documents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Legal: Search contract clauses, compare terms across agreements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Frontend Architecture - React 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486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 18.3  |  TypeScript 5.7  |  Vite 6.0  |  Tailwind CSS 3.4  |  Zustand 5.0  |  React Query 5.6  |  React Router 7.0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Overview metrics,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recent activity,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quick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2024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011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7744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Multi-agent chat,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real-time WebSocket,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conversation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92024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2011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37744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Upload, import,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preview, statistics,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59" y="192024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799" y="2011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799" y="237744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Run EDA, ML, DL,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hypothesis tests,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SQL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92024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19" y="2011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19" y="237744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Create charts,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11+ chart types,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Plotly interactive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ML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Train ML/DL,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GPU config,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metrics display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93192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0233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389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RAG upload,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index, query,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semantic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93192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9" y="40233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389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Organize work,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notes, findings,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AI summaries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59" y="393192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799" y="40233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Archive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799" y="4389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Templates,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reusable workflows,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methodology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931920"/>
            <a:ext cx="2148840" cy="1737360"/>
          </a:xfrm>
          <a:prstGeom prst="roundRect">
            <a:avLst/>
          </a:prstGeom>
          <a:solidFill>
            <a:srgbClr val="1A7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19" y="40233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438912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Configuration,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preferences,</a:t>
            </a:r>
          </a:p>
          <a:p>
            <a:pPr>
              <a:spcAft>
                <a:spcPts val="400"/>
              </a:spcAft>
              <a:defRPr sz="1100">
                <a:solidFill>
                  <a:srgbClr val="DDDDDD"/>
                </a:solidFill>
              </a:defRPr>
            </a:pPr>
            <a:r>
              <a:t>API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Build: Vite -&gt; TypeScript -&gt; Tailwind CSS -&gt; Nginx (Alpine) on port 3050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Storage &amp; Persistence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3200400"/>
          </a:xfrm>
          <a:prstGeom prst="roundRect">
            <a:avLst/>
          </a:prstGeom>
          <a:solidFill>
            <a:srgbClr val="336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PostgreSQL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Schemas: public, analytics, archive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Extensions: uuid-ossp, pg_trgm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Tables: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datasets_dataset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datasets_databaseconnection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datasets_document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analysis_analysissession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analysis_visualization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analysis_mlmodel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analysis_hypothesistest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agents_conversation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agents_message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agents_agentconfig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projects_project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archive_archivedproject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archive_projecttemplate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474720" cy="32004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Redis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Database 0: Django cache + Channels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Database 1: Celery result backend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Database 2: MCP server cache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Functions: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- Celery task broker (message queue)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- Celery result storage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- Django Channels layer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- WebSocket message routing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- Session caching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- Rate limiting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Persistence: RDB snapshots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Image: redis:7-alpine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1463040"/>
          </a:xfrm>
          <a:prstGeom prst="round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ChromaDB (Vector Store)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Embedding model: text-embedding-3-large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Collections per document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Cosine similarity search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Persistent storage volume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RAG retrieval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566160" cy="1554480"/>
          </a:xfrm>
          <a:prstGeom prst="round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File Storage (Volumes)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media_data: Shared uploads volume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/uploads/datasets/ - CSV, Excel, etc.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/uploads/documents/ - PDF, DOCX, etc.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/visualizations/ - Chart images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  /exports/ - Exported data files</a:t>
            </a:r>
          </a:p>
          <a:p>
            <a:pPr>
              <a:spcAft>
                <a:spcPts val="400"/>
              </a:spcAft>
              <a:defRPr sz="1000">
                <a:solidFill>
                  <a:srgbClr val="DDDDDD"/>
                </a:solidFill>
              </a:defRPr>
            </a:pPr>
            <a:r>
              <a:t>model_data: Trained ML/DL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6 Docker Volumes: postgres_data, pgadmin_data, redis_data, chroma_data, media_data, model_data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Deployment &amp;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1B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Quick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1. Clone repository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2. cp .env.example .env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3. Configure API keys (OPENAI_API_KEY required)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4. docker compose up -d --build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5. Access at http://172.168.1.95:3050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Requirements: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  - Docker &amp; Docker Compose v2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  - NVIDIA Container Toolkit (for GPU)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  - 32+ GB RAM recommended</a:t>
            </a:r>
          </a:p>
          <a:p>
            <a:pPr>
              <a:spcAft>
                <a:spcPts val="400"/>
              </a:spcAft>
              <a:defRPr sz="1200">
                <a:solidFill>
                  <a:srgbClr val="EEEEEE"/>
                </a:solidFill>
              </a:defRPr>
            </a:pPr>
            <a:r>
              <a:t>  - NVIDIA GPU (CUDA 12.8 compatible)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Access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Frontend UI:      http://172.168.1.95:3050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Backend API:      http://172.168.1.95:8050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API Docs:         http://172.168.1.95:8050/api/docs/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Django Admin:     http://172.168.1.95:8050/admin/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MCP Server:       http://172.168.1.95:4050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Celery Flower:    http://172.168.1.95:5550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pgAdmin:          http://172.168.1.95:5460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PostgreSQL:       172.168.1.95:5450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Redis:            172.168.1.95:6350</a:t>
            </a:r>
          </a:p>
          <a:p>
            <a:pPr>
              <a:spcAft>
                <a:spcPts val="400"/>
              </a:spcAft>
              <a:defRPr sz="1100">
                <a:solidFill>
                  <a:srgbClr val="EEEEEE"/>
                </a:solidFill>
              </a:defRPr>
            </a:pPr>
            <a:r>
              <a:t>ChromaDB:         172.168.1.95:6340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25603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</a:defRPr>
            </a:pPr>
            <a:r>
              <a:t>Operations &amp;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Healthchecks: PostgreSQL (pg_isready), Redis (redis-cli ping), Backend (HTTP /api/health/)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Startup Order: postgres -&gt; redis -&gt; chromadb -&gt; backend -&gt; celery-worker/beat -&gt; mcp-server -&gt; frontend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Auto-migrations: Backend runs makemigrations + migrate on startup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Task Queues: default (general), ml_tasks (ML training), analysis_tasks (EDA/viz)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Logging: Django logging, Celery task logs, Winston (MCP server), Nginx access logs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Monitoring: Flower UI (port 5550) for Celery task monitoring, pgAdmin for database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Volumes: 6 persistent Docker volumes for data durability across restarts</a:t>
            </a:r>
          </a:p>
          <a:p>
            <a:pPr>
              <a:spcAft>
                <a:spcPts val="400"/>
              </a:spcAft>
              <a:defRPr sz="1200">
                <a:solidFill>
                  <a:srgbClr val="DDDDDD"/>
                </a:solidFill>
              </a:defRPr>
            </a:pPr>
            <a:r>
              <a:t>GPU Check: nvidia-smi in container, torch.cuda.is_available()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Complete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828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Django 5.1.3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Django REST Framework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Daphne (ASGI)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Django Channels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Celery 5.4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drf-spectacular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657600" cy="2560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React 18.3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TypeScript 5.7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Vite 6.0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Tailwind CSS 3.4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Zustand 5.0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React Query 5.6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97280"/>
            <a:ext cx="3657600" cy="256032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AI/LLM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5544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OpenAI GPT-4o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LangChain 0.3.9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text-embedding-3-large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LangChain Experimental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Tiktoken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RestrictedPython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657600" cy="25603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ML/DL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scikit-learn 1.5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PyTorch (nightly cu128)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TensorFlow 2.18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XGBoost 2.1.3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NumPy / SciPy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Statsmodels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657600" cy="256032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Data/Viz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389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Pandas 2.2.3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Plotly 5.24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Matplotlib 3.9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Seaborn 0.13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Tabulate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Pillow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931920"/>
            <a:ext cx="3657600" cy="25603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389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Docker Compose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NVIDIA CUDA 12.8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PostgreSQL 16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Redis 7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ChromaDB</a:t>
            </a:r>
          </a:p>
          <a:p>
            <a:pPr>
              <a:spcAft>
                <a:spcPts val="400"/>
              </a:spcAft>
              <a:defRPr sz="1300">
                <a:solidFill>
                  <a:srgbClr val="EEEEEE"/>
                </a:solidFill>
              </a:defRPr>
            </a:pPr>
            <a:r>
              <a:t>Nginx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